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4"/>
  </p:normalViewPr>
  <p:slideViewPr>
    <p:cSldViewPr snapToGrid="0">
      <p:cViewPr varScale="1">
        <p:scale>
          <a:sx n="111" d="100"/>
          <a:sy n="111" d="100"/>
        </p:scale>
        <p:origin x="6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rPr>
              <a:t> </a:t>
            </a: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rPr>
              <a:t> 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rPr>
              <a:t> </a:t>
            </a: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defRPr>
            </a:lvl1pPr>
          </a:lstStyle>
          <a:p>
            <a:pPr indent="0" algn="r">
              <a:buNone/>
            </a:pPr>
            <a:fld id="{5D51E009-9259-44A7-9A7F-6A960903FA5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共同演者追記欄"/>
          <p:cNvSpPr/>
          <p:nvPr/>
        </p:nvSpPr>
        <p:spPr>
          <a:xfrm>
            <a:off x="685800" y="4610160"/>
            <a:ext cx="619092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50" b="0" u="none" strike="noStrike">
                <a:solidFill>
                  <a:srgbClr val="D6E7FA"/>
                </a:solidFill>
                <a:effectLst/>
                <a:uFillTx/>
                <a:latin typeface="Calibri"/>
                <a:ea typeface="Calibri"/>
              </a:rPr>
              <a:t>共同演者：［ここに追記］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図 15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図 16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図 17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図 18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図 19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図 20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図 21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8</Words>
  <Application>Microsoft Macintosh PowerPoint</Application>
  <PresentationFormat>ワイド画面</PresentationFormat>
  <Paragraphs>1</Paragraphs>
  <Slides>10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6" baseType="lpstr">
      <vt:lpstr>Linux Libertine G</vt:lpstr>
      <vt:lpstr>Arial</vt:lpstr>
      <vt:lpstr>Calibri</vt:lpstr>
      <vt:lpstr>Symbol</vt:lpstr>
      <vt:lpstr>Wingdings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Walnut Exporter</dc:creator>
  <dc:description/>
  <cp:lastModifiedBy>竜成 佐藤</cp:lastModifiedBy>
  <cp:revision>1</cp:revision>
  <dcterms:created xsi:type="dcterms:W3CDTF">2026-07-17T03:46:07Z</dcterms:created>
  <dcterms:modified xsi:type="dcterms:W3CDTF">2026-07-17T03:55:11Z</dcterms:modified>
  <dc:language>ja-JP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